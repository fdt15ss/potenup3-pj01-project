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c4b9865e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bc4b9865e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jpg"/><Relationship Id="rId6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57600" y="1497508"/>
            <a:ext cx="4876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DATA MINING PROJECT PROPOSAL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55545" y="2202358"/>
            <a:ext cx="7280910" cy="1718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50"/>
              <a:buFont typeface="Arial"/>
              <a:buNone/>
            </a:pPr>
            <a:r>
              <a:rPr b="1" i="0" lang="en-US" sz="6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디지털 샤머니즘: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'연애운 주파수'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975" y="4273600"/>
            <a:ext cx="9974201" cy="21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09625" y="571500"/>
            <a:ext cx="1135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4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디지털 샤머니즘이란?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391975" y="4595225"/>
            <a:ext cx="923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3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전통 샤머니즘의 역할을</a:t>
            </a:r>
            <a:endParaRPr b="1" sz="33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30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디지털 기술·플랫폼·알고리즘이 대신하는 현상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5825" y="1282900"/>
            <a:ext cx="5900006" cy="2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95525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왜 '연애운 주파수'인가?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125000" y="3015750"/>
            <a:ext cx="47805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41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현대적</a:t>
            </a:r>
            <a:endParaRPr b="1" sz="41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41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41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미신 현상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4438650"/>
            <a:ext cx="455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046000" y="3085038"/>
            <a:ext cx="4780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38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분석적</a:t>
            </a:r>
            <a:endParaRPr b="1" sz="38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3800">
              <a:solidFill>
                <a:srgbClr val="22D3E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38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가치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3633130(Getty Images 제공)" id="109" name="Google Shape;10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7849" y="2601675"/>
            <a:ext cx="1488301" cy="272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ministrative related graph level with arrow low or high graph explain vector in flat design,(Getty Images 제공)" id="110" name="Google Shape;11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02825" y="2857474"/>
            <a:ext cx="2209848" cy="220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8887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28887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28887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662" y="28146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8146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8146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핵심 분석 포인트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84227" y="3481387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키워드 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57250" y="4005262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"재회", "연락", "성공", "기적" 등 주요 키워드 점유율 도출 및 사용자의 결핍 시각화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562374" y="3481387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감성 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635400" y="40052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'간증(성공)'형 댓글과 '기원(간절함)'형 댓글의 비율을 산출하여 커뮤니티적 위안 효과 측정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340677" y="3481387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시계열 패턴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413700" y="4005262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금요일 밤이나 특정 기념일 전후의 댓글 활성도를 분석하여 심리적 불안의 시간적 주기 탐색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예상 결과 및 기대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89585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"효과를 봤다"는 댓글이 **사회적 증거(Social Proof)**로 작용하여,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비과학적 콘텐츠가 힐링과 위안의 선순환 구조를 만드는 메커니즘을 입증할 것으로 기대됨.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71500" y="57150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295275" y="1133475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27908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경청해 주셔서 감사합니다. 질문해 주시면 성실히 답변하겠습니다.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